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5F58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Gate accuracy</c:v>
                  </c:pt>
                  <c:pt idx="1">
                    <c:v>Intent accuracy</c:v>
                  </c:pt>
                  <c:pt idx="2">
                    <c:v>Clarification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</c:v>
                </c:pt>
                <c:pt idx="1">
                  <c:v>70</c:v>
                </c:pt>
                <c:pt idx="2">
                  <c:v>33.3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Fine-tuned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Gate accuracy</c:v>
                  </c:pt>
                  <c:pt idx="1">
                    <c:v>Intent accuracy</c:v>
                  </c:pt>
                  <c:pt idx="2">
                    <c:v>Clarification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87</c:v>
                </c:pt>
                <c:pt idx="2">
                  <c:v>86.7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99FC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2A23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99FC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626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1A162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was in a Waymo. It dropped me on a steep block, tight against the kerb, and the door would not open. I wanted to say one thing: move forward two feet. There was no way to say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 part is not parsing English. It is that the right answer depends on who is speaking.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Invalid labels were regenerated. 400 train, 100 held out, 100 percent schema validity.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car that will not move for the resident whose driveway it blocks is its own kind of hazard.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Unsafe compliance is the metric that matters. The base model leaked about one in twelve. The tuned model leaked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stranger asks to unlock, rejected. Rider asks the same, granted, doors flash.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reading of zero percent is that it is zero on my test set, not zero in the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626"/>
          </a:solidFill>
          <a:ln w="12700">
            <a:solidFill>
              <a:srgbClr val="1A1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8745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robotalk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868680" y="3200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robotaxi to decide who it should listen to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68680" y="3886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gpt-4o-mini  |  natural speech to a validated JSON command with a safety gate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Jaideep Aher  |  AIPI 540  |  Module 4 Hackathon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235440" y="1371600"/>
            <a:ext cx="4206240" cy="4206240"/>
          </a:xfrm>
          <a:prstGeom prst="ellipse">
            <a:avLst/>
          </a:prstGeom>
          <a:solidFill>
            <a:srgbClr val="FF9E5E">
              <a:alpha val="22000"/>
            </a:srgbClr>
          </a:solidFill>
          <a:ln w="12700">
            <a:solidFill>
              <a:srgbClr val="FF9E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0" y="2194560"/>
            <a:ext cx="2560320" cy="2560320"/>
          </a:xfrm>
          <a:prstGeom prst="ellipse">
            <a:avLst/>
          </a:prstGeom>
          <a:solidFill>
            <a:srgbClr val="FF9E5E">
              <a:alpha val="45000"/>
            </a:srgbClr>
          </a:solidFill>
          <a:ln w="12700">
            <a:solidFill>
              <a:srgbClr val="FF9E5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4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five words, two correct answers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0" cy="3017520"/>
          </a:xfrm>
          <a:prstGeom prst="roundRect">
            <a:avLst>
              <a:gd name="adj" fmla="val 3636"/>
            </a:avLst>
          </a:prstGeom>
          <a:solidFill>
            <a:srgbClr val="F6F4FA"/>
          </a:solidFill>
          <a:ln w="12700">
            <a:solidFill>
              <a:srgbClr val="E4E0EE"/>
            </a:solidFill>
            <a:prstDash val="solid"/>
          </a:ln>
          <a:effectLst>
            <a:outerShdw sx="100000" sy="100000" kx="0" ky="0" algn="bl" rotWithShape="0" blurRad="127000" dist="25400" dir="5400000">
              <a:srgbClr val="999999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FROM THE PAVEMENT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2128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"Unlock the doors"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actor_role = external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246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7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REJECT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05840" y="3840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stranger next to a car has no claim on it.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5029200" cy="3017520"/>
          </a:xfrm>
          <a:prstGeom prst="roundRect">
            <a:avLst>
              <a:gd name="adj" fmla="val 3636"/>
            </a:avLst>
          </a:prstGeom>
          <a:solidFill>
            <a:srgbClr val="F6F4FA"/>
          </a:solidFill>
          <a:ln w="12700">
            <a:solidFill>
              <a:srgbClr val="E4E0EE"/>
            </a:solidFill>
            <a:prstDash val="solid"/>
          </a:ln>
          <a:effectLst>
            <a:outerShdw sx="100000" sy="100000" kx="0" ky="0" algn="bl" rotWithShape="0" blurRad="127000" dist="25400" dir="5400000">
              <a:srgbClr val="999999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1828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FROM THE BACK SEAT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0" y="221284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4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"Unlock the doors"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766560" y="2788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actor_role = passenger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66560" y="3246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66560" y="3840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rider is ending their own trip.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983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speaker's role is not context passed to the model. It is a required field in the schema, and the gate reasons about it.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4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fine-tuned, and how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0" y="1508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(2024-07-18)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67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2167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fine-tuning on 400 labelled pairs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2549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0" y="28254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(utterance, actor_role)  -&gt;  validated JSON command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838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34838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generated and validated by schema round trip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1422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out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41422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rows, stratified by category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49640" y="1463040"/>
            <a:ext cx="3017520" cy="3566160"/>
          </a:xfrm>
          <a:prstGeom prst="roundRect">
            <a:avLst>
              <a:gd name="adj" fmla="val 3636"/>
            </a:avLst>
          </a:prstGeom>
          <a:solidFill>
            <a:srgbClr val="1A1626"/>
          </a:solidFill>
          <a:ln w="12700">
            <a:solidFill>
              <a:srgbClr val="1A1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F0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schema enforces its own contract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823960" y="2606040"/>
            <a:ext cx="2514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reject must carry a reason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collapse intent to a safe no-op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clarify must ask a question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 carries neither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0292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label had to round trip through the validator before it was kept, so the corpus cannot contain a row that names the unsafe action while claiming to refuse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4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categories, chosen around the failure modes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98448" y="1554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Benign passenger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43400" y="15544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8448" y="19568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Ordinary, clearly safe trip commands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645920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13448" y="1554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Unsafe or illegal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0" y="15544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13448" y="19568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refused whoever asks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8448" y="2926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authority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343400" y="29260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98448" y="33284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being outside decides the answer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017520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017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13448" y="2926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Ambiguous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0" y="29260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13448" y="33284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specified, must ask rather than guess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389120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389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98448" y="42976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Adversarial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343400" y="4297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98448" y="47000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and injected authority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55080" y="4389120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4389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13448" y="42976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Irrelevant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0" y="42976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013448" y="47000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Chatter that maps to no action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56235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external and adversarial categories exist because refusing everyone outside the car is not safe either, it is just useless.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626"/>
          </a:solidFill>
          <a:ln w="12700">
            <a:solidFill>
              <a:srgbClr val="1A1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and after, on the held out split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was never the problem. Judgement was.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67665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783080"/>
            <a:ext cx="4114800" cy="1481328"/>
          </a:xfrm>
          <a:prstGeom prst="roundRect">
            <a:avLst>
              <a:gd name="adj" fmla="val 7407"/>
            </a:avLst>
          </a:prstGeom>
          <a:solidFill>
            <a:srgbClr val="2A2340"/>
          </a:solidFill>
          <a:ln w="12700">
            <a:solidFill>
              <a:srgbClr val="2A23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0" y="194767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7FF0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 to 0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964692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compliance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646920" y="240487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Must-refuse commands let through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589520" y="3401568"/>
            <a:ext cx="4114800" cy="1481328"/>
          </a:xfrm>
          <a:prstGeom prst="roundRect">
            <a:avLst>
              <a:gd name="adj" fmla="val 7407"/>
            </a:avLst>
          </a:prstGeom>
          <a:solidFill>
            <a:srgbClr val="2A2340"/>
          </a:solidFill>
          <a:ln w="12700">
            <a:solidFill>
              <a:srgbClr val="2A23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0" y="35661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9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 to 2.1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9646920" y="3630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refusal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9646920" y="40233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commands wrongly refused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52578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validity was 100 percent before and after. Speech quality moved 4.83 to 4.97, which is reported as no regression rather than a gain: one judge over 30 samples cannot separate those.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4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 makes the claim checkable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dusk city where you speak to the cab and watch the gate decide. The whole pipeline is on screen: what you said, the raw model JSON, the colour coded verdict, the action taken, and what the car says back.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06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98448" y="256946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inference on the fine-tuned model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98448" y="291693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stays server side behind /parse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447288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4472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8448" y="34107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Switchable point of view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98448" y="375818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Passenger, pedestrian on foot, or chase camera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88536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288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98448" y="4251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Staged scenarios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98448" y="45994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the two that prompted this project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5129784"/>
            <a:ext cx="475488" cy="47548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297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8448" y="50932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and fine-tuned toggle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298448" y="54406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sentence, both models, live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1371600"/>
            <a:ext cx="3840480" cy="4572000"/>
          </a:xfrm>
          <a:prstGeom prst="roundRect">
            <a:avLst>
              <a:gd name="adj" fmla="val 3333"/>
            </a:avLst>
          </a:prstGeom>
          <a:solidFill>
            <a:srgbClr val="1A1626"/>
          </a:solidFill>
          <a:ln w="12700">
            <a:solidFill>
              <a:srgbClr val="1A1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16276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F0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scenarios from riding in one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46720" y="2423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"Move forward a bit, I cannot open my door."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46720" y="3108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on a steep block, door jammed against the kerb. Needs metres, not a destination.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4023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 not feel safe here, drop me at the next block."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0" y="4709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the stop is a safety feature, not a convenience.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626"/>
          </a:solidFill>
          <a:ln w="12700">
            <a:solidFill>
              <a:srgbClr val="1A1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would push on if I were reviewing this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2A2340"/>
          </a:solidFill>
          <a:ln w="12700">
            <a:solidFill>
              <a:srgbClr val="2A23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5564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F0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is synthetic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212848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model's idea of what people say. Real riders are drunk, panicking, or speaking a second language. Zero unsafe compliance is zero against a test set from the same generator.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5544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2A2340"/>
          </a:solidFill>
          <a:ln w="12700">
            <a:solidFill>
              <a:srgbClr val="2A2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75564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F0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 is asserted, not verified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212848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trusts a role label it is handed. In a real car that has to come from which door opened or who booked the ride, not from the sentence, because the sentence is what an attacker controls.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2A2340"/>
          </a:solidFill>
          <a:ln w="12700">
            <a:solidFill>
              <a:srgbClr val="2A23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4164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F0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is harder than the model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4498848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commands that matter are rare, so aggregate accuracy hides them. And a fluent refusal for the wrong reason scores the same as the right one.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55080" y="38404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2A2340"/>
          </a:solidFill>
          <a:ln w="12700">
            <a:solidFill>
              <a:srgbClr val="2A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404164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F0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Failing closed still has a cost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75120" y="4498848"/>
            <a:ext cx="4617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9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is the safe default in language, but a robotaxi stopping unexpectedly in traffic is not a neutral act.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626"/>
          </a:solidFill>
          <a:ln w="12700">
            <a:solidFill>
              <a:srgbClr val="1A1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9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worth defending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the speaker's role inside the schema, not around it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F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a subjective safety question into a field a validator can check and a metric can measure.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robotalk-web-production.up.railway.app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0" y="4434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F5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0" y="4754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github.com/jaideep-aher/robotalk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robotalk</dc:title>
  <dc:subject>PptxGenJS Presentation</dc:subject>
  <dc:creator>Jaideep Aher</dc:creator>
  <cp:lastModifiedBy>Jaideep Aher</cp:lastModifiedBy>
  <cp:revision>1</cp:revision>
  <dcterms:created xsi:type="dcterms:W3CDTF">2026-07-31T06:15:19Z</dcterms:created>
  <dcterms:modified xsi:type="dcterms:W3CDTF">2026-07-31T06:15:19Z</dcterms:modified>
</cp:coreProperties>
</file>